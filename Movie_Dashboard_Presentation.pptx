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18D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 Dashboard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118DFF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Zaib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SU92-BSDSM-F22-009  |  Section 8A  |  Data Science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Desktop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movie industry trends across Bollywood and Hollywood by building an interactive Power BI dashboard that explores revenue, budget, profit, actor performance, and language distribution.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21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and Approach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0" y="1737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Self-created dataset from mixed sources with custom edits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dashboard pages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budget, profit, actors, industry, and language analysis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7863840" cy="164592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Pages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3794760"/>
            <a:ext cx="320040" cy="320040"/>
          </a:xfrm>
          <a:prstGeom prst="ellipse">
            <a:avLst/>
          </a:prstGeom>
          <a:solidFill>
            <a:srgbClr val="118DFF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Dashboard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58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top movies, revenue trends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377440" y="3794760"/>
            <a:ext cx="320040" cy="320040"/>
          </a:xfrm>
          <a:prstGeom prst="ellipse">
            <a:avLst/>
          </a:prstGeom>
          <a:solidFill>
            <a:srgbClr val="118DFF"/>
          </a:solidFill>
          <a:ln/>
        </p:spPr>
      </p:sp>
      <p:sp>
        <p:nvSpPr>
          <p:cNvPr id="17" name="Text 13"/>
          <p:cNvSpPr/>
          <p:nvPr/>
        </p:nvSpPr>
        <p:spPr>
          <a:xfrm>
            <a:off x="237744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24028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 Analysis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24028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and revenue by actor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931920" y="3794760"/>
            <a:ext cx="320040" cy="320040"/>
          </a:xfrm>
          <a:prstGeom prst="ellipse">
            <a:avLst/>
          </a:prstGeom>
          <a:solidFill>
            <a:srgbClr val="118DFF"/>
          </a:solidFill>
          <a:ln/>
        </p:spPr>
      </p:sp>
      <p:sp>
        <p:nvSpPr>
          <p:cNvPr id="21" name="Text 17"/>
          <p:cNvSpPr/>
          <p:nvPr/>
        </p:nvSpPr>
        <p:spPr>
          <a:xfrm>
            <a:off x="393192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7947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79476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revenue, ROI, profit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486400" y="3794760"/>
            <a:ext cx="320040" cy="320040"/>
          </a:xfrm>
          <a:prstGeom prst="ellipse">
            <a:avLst/>
          </a:prstGeom>
          <a:solidFill>
            <a:srgbClr val="118DFF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34924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Analysis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34924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vs Hollywood trends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040880" y="3794760"/>
            <a:ext cx="320040" cy="320040"/>
          </a:xfrm>
          <a:prstGeom prst="ellipse">
            <a:avLst/>
          </a:prstGeom>
          <a:solidFill>
            <a:srgbClr val="118DFF"/>
          </a:solidFill>
          <a:ln/>
        </p:spPr>
      </p:sp>
      <p:sp>
        <p:nvSpPr>
          <p:cNvPr id="29" name="Text 25"/>
          <p:cNvSpPr/>
          <p:nvPr/>
        </p:nvSpPr>
        <p:spPr>
          <a:xfrm>
            <a:off x="70408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90372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Analysis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90372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and revenue by language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Dataset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collected from multiple online sources and then cleaned, merged, and customized to fit the analysis requirements.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7863840" cy="475488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91640"/>
            <a:ext cx="54864" cy="475488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947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title, industry, studio, language_id, year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7863840" cy="475488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86000"/>
            <a:ext cx="54864" cy="475488"/>
          </a:xfrm>
          <a:prstGeom prst="rect">
            <a:avLst/>
          </a:prstGeom>
          <a:solidFill>
            <a:srgbClr val="1AAB4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2542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budget_in_usd, revenue_in_usd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880360"/>
            <a:ext cx="54864" cy="475488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31363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actor_id, name (+ calculated measures: Profit, ROI, Avg Rating)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74720"/>
            <a:ext cx="7863840" cy="475488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474720"/>
            <a:ext cx="54864" cy="475488"/>
          </a:xfrm>
          <a:prstGeom prst="rect">
            <a:avLst/>
          </a:prstGeom>
          <a:solidFill>
            <a:srgbClr val="6B007B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movie_actor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37307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actor_id (bridge table)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069080"/>
            <a:ext cx="7863840" cy="475488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4069080"/>
            <a:ext cx="54864" cy="475488"/>
          </a:xfrm>
          <a:prstGeom prst="rect">
            <a:avLst/>
          </a:prstGeom>
          <a:solidFill>
            <a:srgbClr val="197278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087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4325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language_id, name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also includes DAX calculated measures such as Total Profit, ROI, Budget Category, Year Group, and actor-level aggregations.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 (Star Schema)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2194560" cy="731520"/>
          </a:xfrm>
          <a:prstGeom prst="rect">
            <a:avLst/>
          </a:prstGeom>
          <a:solidFill>
            <a:srgbClr val="118D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title, industry,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studio, language_id, year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194560" cy="64008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005840"/>
            <a:ext cx="2194560" cy="54864"/>
          </a:xfrm>
          <a:prstGeom prst="rect">
            <a:avLst/>
          </a:prstGeom>
          <a:solidFill>
            <a:srgbClr val="1AAB4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78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budget_in_usd, revenue_in_usd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9050">
            <a:solidFill>
              <a:srgbClr val="118DF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194560"/>
            <a:ext cx="2011680" cy="64008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94560"/>
            <a:ext cx="2011680" cy="54864"/>
          </a:xfrm>
          <a:prstGeom prst="rect">
            <a:avLst/>
          </a:prstGeom>
          <a:solidFill>
            <a:srgbClr val="1972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language_id, name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2514600"/>
            <a:ext cx="822960" cy="0"/>
          </a:xfrm>
          <a:prstGeom prst="line">
            <a:avLst/>
          </a:prstGeom>
          <a:noFill/>
          <a:ln w="19050">
            <a:solidFill>
              <a:srgbClr val="118DF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92240" y="1920240"/>
            <a:ext cx="2011680" cy="64008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1920240"/>
            <a:ext cx="2011680" cy="54864"/>
          </a:xfrm>
          <a:prstGeom prst="rect">
            <a:avLst/>
          </a:prstGeom>
          <a:solidFill>
            <a:srgbClr val="6B00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movie_actor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267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actor_id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377440"/>
            <a:ext cx="822960" cy="0"/>
          </a:xfrm>
          <a:prstGeom prst="line">
            <a:avLst/>
          </a:prstGeom>
          <a:noFill/>
          <a:ln w="19050">
            <a:solidFill>
              <a:srgbClr val="118DF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92240" y="2926080"/>
            <a:ext cx="2011680" cy="64008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2926080"/>
            <a:ext cx="2011680" cy="54864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273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actor_id, name + measures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2560320"/>
            <a:ext cx="0" cy="365760"/>
          </a:xfrm>
          <a:prstGeom prst="line">
            <a:avLst/>
          </a:prstGeom>
          <a:noFill/>
          <a:ln w="19050">
            <a:solidFill>
              <a:srgbClr val="118DF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indicate table relationships through shared keys (movie_id, actor_id, language_id).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Calculated Measures:  Total Profit  |  ROI  |  Avg Rating  |  Budget Category  |  Year Group  |  Actor Revenue  |  Profit By Actor  |  Total Movies By Actor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Dashboard</a:t>
            </a:r>
            <a:endParaRPr lang="en-US" sz="3200" dirty="0"/>
          </a:p>
        </p:txBody>
      </p:sp>
      <p:pic>
        <p:nvPicPr>
          <p:cNvPr id="4" name="Image 0" descr="/mnt/user-data/uploads/177939908043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2743200"/>
          </a:xfrm>
          <a:prstGeom prst="rect">
            <a:avLst/>
          </a:prstGeom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page shows: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Movies, Revenue, Budget, Profit, Avg Rating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Year (line), Top 5 Hit/Flop Movies (bar), Movies by Language (pie), Revenue by Industry (donut)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Language, Studio, Year Group slicers for interactive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 Analysis</a:t>
            </a:r>
            <a:endParaRPr lang="en-US" sz="3200" dirty="0"/>
          </a:p>
        </p:txBody>
      </p:sp>
      <p:pic>
        <p:nvPicPr>
          <p:cNvPr id="4" name="Image 0" descr="/mnt/user-data/uploads/177939909185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2743200"/>
          </a:xfrm>
          <a:prstGeom prst="rect">
            <a:avLst/>
          </a:prstGeom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page shows: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By Actor: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movie count per actor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Actor: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total revenue generated by each actor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Movies, Total Budget, Profit at actor level with actor name slicer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Analysis</a:t>
            </a:r>
            <a:endParaRPr lang="en-US" sz="3200" dirty="0"/>
          </a:p>
        </p:txBody>
      </p:sp>
      <p:pic>
        <p:nvPicPr>
          <p:cNvPr id="4" name="Image 0" descr="/mnt/user-data/uploads/177939909837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2743200"/>
          </a:xfrm>
          <a:prstGeom prst="rect">
            <a:avLst/>
          </a:prstGeom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page shows: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Revenue: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comparing spending and earnings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showing profit by movie title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Budget: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splitting movies by budget category. KPIs include ROI, Total Budget, and Profit.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and Language Analysis</a:t>
            </a:r>
            <a:endParaRPr lang="en-US" sz="3000" dirty="0"/>
          </a:p>
        </p:txBody>
      </p:sp>
      <p:pic>
        <p:nvPicPr>
          <p:cNvPr id="4" name="Image 0" descr="/mnt/user-data/uploads/177939910586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749040" cy="2560320"/>
          </a:xfrm>
          <a:prstGeom prst="rect">
            <a:avLst/>
          </a:prstGeom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1" descr="/mnt/user-data/uploads/1779399110404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749040" cy="2560320"/>
          </a:xfrm>
          <a:prstGeom prst="rect">
            <a:avLst/>
          </a:prstGeom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15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Analysis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4008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vs Hollywood revenue comparison (column chart)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growth over time by year (line chart with series)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947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663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Analysis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75488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by language (donut chart)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count by language (bar chart)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Dashboard Analysis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Dominance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generates significantly higher total revenue compared to Bollywood, driven by larger budgets and global distribution.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56032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vs Profit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907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budgets do not always guarantee higher profits. Several low-budget Bollywood films outperform high-budget Hollywood movies in terms of ROI.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74904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Performers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096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blockbuster movies contribute the majority of total revenue, while many movies underperform relative to their budgets.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137160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 Impact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1719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actors consistently appear in high-revenue films, showing a strong correlation between star power and box office performance.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0" y="256032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Distribution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0" y="2907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Hindi dominate the movie count and revenue, while other languages show niche but growing market presence.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0" y="3749040"/>
            <a:ext cx="3749040" cy="1005840"/>
          </a:xfrm>
          <a:prstGeom prst="rect">
            <a:avLst/>
          </a:prstGeom>
          <a:solidFill>
            <a:srgbClr val="F5F8F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749040"/>
            <a:ext cx="54864" cy="100584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8" name="Text 25"/>
          <p:cNvSpPr/>
          <p:nvPr/>
        </p:nvSpPr>
        <p:spPr>
          <a:xfrm>
            <a:off x="493776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Growth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37760" y="4096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industries show revenue growth over time, with notable spikes in specific years tied to major blockbuster releases.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27432"/>
          </a:xfrm>
          <a:prstGeom prst="rect">
            <a:avLst/>
          </a:prstGeom>
          <a:solidFill>
            <a:srgbClr val="118D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Zaib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SU92-BSDSM-F22-009  |  Section 8A  |  Data Science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Dashboard Analysis</dc:title>
  <dc:subject>PptxGenJS Presentation</dc:subject>
  <dc:creator>Muhammad Ali Zaib</dc:creator>
  <cp:lastModifiedBy>Muhammad Ali Zaib</cp:lastModifiedBy>
  <cp:revision>1</cp:revision>
  <dcterms:created xsi:type="dcterms:W3CDTF">2026-05-21T21:32:44Z</dcterms:created>
  <dcterms:modified xsi:type="dcterms:W3CDTF">2026-05-21T21:32:44Z</dcterms:modified>
</cp:coreProperties>
</file>